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0"/>
  </p:notesMasterIdLst>
  <p:sldIdLst>
    <p:sldId id="256" r:id="rId3"/>
    <p:sldId id="284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 autoAdjust="0"/>
  </p:normalViewPr>
  <p:slideViewPr>
    <p:cSldViewPr snapToGrid="0" snapToObjects="1">
      <p:cViewPr varScale="1">
        <p:scale>
          <a:sx n="109" d="100"/>
          <a:sy n="109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3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DD15-94D9-23FA-4491-6F89A325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9FCF6-382A-17F3-87CE-BEAD0C83C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DCEF0-84E9-94E7-F74D-1ACD5D58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F424-0594-2000-26A8-1B6AF3B64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45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175" y="154483"/>
            <a:ext cx="4629150" cy="642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900112"/>
            <a:ext cx="4629150" cy="2545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175" y="3575446"/>
            <a:ext cx="1200150" cy="205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7362" y="3575446"/>
            <a:ext cx="1628775" cy="205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86175" y="3575446"/>
            <a:ext cx="1200150" cy="205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0B21E-2FAA-423F-5C24-04C7ACB9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4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B2CD-E6DB-10F3-CB63-5FDD5359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9A42F7-E70C-90C7-BED6-EEFC08905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A14144-41C2-035B-B646-CF20F1886F53}"/>
              </a:ext>
            </a:extLst>
          </p:cNvPr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F96585-193D-7DE7-AD97-6E5F6288BFA0}"/>
              </a:ext>
            </a:extLst>
          </p:cNvPr>
          <p:cNvSpPr/>
          <p:nvPr/>
        </p:nvSpPr>
        <p:spPr>
          <a:xfrm>
            <a:off x="822960" y="480060"/>
            <a:ext cx="758952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4"/>
                </a:solidFill>
                <a:latin typeface="Agency FB" panose="020B0503020202020204" pitchFamily="34" charset="0"/>
              </a:rPr>
              <a:t>Stay Motivated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4FA83D-2A08-1A20-AEC6-61A1B0E33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2FA7C3-B2AE-2042-813B-D57B6A1F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2397FC-F9AD-65B2-9724-C79B2A553C9B}"/>
              </a:ext>
            </a:extLst>
          </p:cNvPr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Touch on Hard Work, Mindset, and the Realities of Competition</a:t>
            </a:r>
            <a:r>
              <a:rPr lang="en-IN" sz="1600" dirty="0">
                <a:solidFill>
                  <a:schemeClr val="bg1"/>
                </a:solidFill>
              </a:rPr>
              <a:t>. 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D9B819-1314-A353-A396-7D28A762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AD084A-DC62-048F-A689-5CF8F5C2EDCD}"/>
              </a:ext>
            </a:extLst>
          </p:cNvPr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Victories are cool, but the experiences you rack up along the way? That's the good stuff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1E0844E-9299-7A29-69B2-253179722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3665AD-5F6F-FD86-0C00-F100504AEF53}"/>
              </a:ext>
            </a:extLst>
          </p:cNvPr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Lowering your resistance to change, removing bias and being willing to adapt will help you tackle whatever comes your way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3013080-4A48-C0AA-E783-2CFA4D7E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D0F54A-BD69-7C24-F5B5-EA26556935C6}"/>
              </a:ext>
            </a:extLst>
          </p:cNvPr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Preparedness for a game that usually lasts four-five hours requires good physical condition and also steady nerves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4F97E9-A98C-BE3E-AB3E-7B4EA8BA00F6}"/>
              </a:ext>
            </a:extLst>
          </p:cNvPr>
          <p:cNvSpPr/>
          <p:nvPr/>
        </p:nvSpPr>
        <p:spPr>
          <a:xfrm>
            <a:off x="594360" y="420624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0000"/>
                </a:solidFill>
                <a:latin typeface="Blackadder ITC" panose="04020505051007020D02" pitchFamily="82" charset="0"/>
              </a:rPr>
              <a:t>-Vishwanathan Anand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Algerian" panose="04020705040A02060702" pitchFamily="82" charset="0"/>
              </a:rPr>
              <a:t>FIDE</a:t>
            </a: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 Vice President 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First Grandmaster from India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Five time world champion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D583B5-DF79-A2F9-C8CC-C9ACC948FE00}"/>
              </a:ext>
            </a:extLst>
          </p:cNvPr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1 OF 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632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FC6C4-43F6-9E36-0F72-9F06E2AF5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1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REGULATIONS &amp; GOVERNING PRINCIPLES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Laws of Chess will be followed wherever applicable.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Touch-move rule applies strictly during all rounds.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moves will be handled immediately by the official arbiter.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must maintain absolute silence during active games.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 are strictly prohibited from interfering or offering advice.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1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CLOCKS, ALLOTTED DURATIONS &amp; TIME LIMITS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control parameters will be officially announced before tournament commencement.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digital/analog clocks are available, players must press the clock after each completed move.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clocks are unavailable, the arbiter may impose a time limit if a game exceeds the allotted duration.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2 OF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Play Policy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INTEGRITY, ETHICS &amp; ANTI-CHEATING DIRECTIVES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electronic devices allowed in the playing hall during games.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 or human assistance permitted from spectators, coaches, or other players.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Unsporting behavior or disruption may result in formal warnings or immediate disqualification.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of the Chief Arbiter are final and binding.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3 OF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PAIRINGS, SYSTEMS &amp; STANDINGS PROGRESSION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structure will utilize the Swiss System or Round Robin (depending on total entries).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pairings will be announced prior to the start of each round.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winners are determined strictly by cumulative points scored.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tiebreak systems will be calculated and applied if necessary.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4 OF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ALLOCATION MATRIX PER GAME RESULT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8241"/>
              </p:ext>
            </p:extLst>
          </p:nvPr>
        </p:nvGraphicFramePr>
        <p:xfrm>
          <a:off x="914400" y="1920240"/>
          <a:ext cx="7315200" cy="1508760"/>
        </p:xfrm>
        <a:graphic>
          <a:graphicData uri="http://schemas.openxmlformats.org/drawingml/2006/table">
            <a:tbl>
              <a:tblPr firstRow="1"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</a:rPr>
                        <a:t>MATCH RESULT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</a:rPr>
                        <a:t>POINTS AWARDED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Win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1 point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Draw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0.5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Loss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0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Bye (if applicable)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1 point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5 OF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Tie-break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TIEBREAK SYSTEMS FOR EQUAL SCORES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or more players finish with the exact same score: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Buchholz Score (Swiss System)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Sonneborn-Berger Score (Round Robin)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Direct Encounter (Head-to-head result)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Total Number of Wins</a:t>
            </a:r>
            <a:endParaRPr lang="en-US" sz="15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377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143000" y="4800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Blitz Play-off Match (if required by Arbiter)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6 OF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Arbiter's Duties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 OF TECHNICAL OFFICIALS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publish accurate pairings before each round.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start and signal the end of each round.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all active game disputes, claim verifications, and illegal move penalties.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verify, and maintain official game score sheets and results.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fair play standards and uphold playing hall discipline.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7 OF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of Conduct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SPORTSMANSHIP &amp; PLAYER ETIQUETTE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opponents, arbiters, organizers, and venue personnel at all times.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hands respectfully before the start and after the conclusion of every game.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distract, annoy, or provoke other players during active play.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official arbiter decisions with grace and sportsmanship.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absolute honesty and true sportsmanship.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8 OF 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&amp; Material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SET SPECIFICATIONS &amp; CLOCK SETUP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certified standard tournament chess clocks.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boards, pieces, and complete sets comply with competition standards.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9 OF 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664</Words>
  <Application>Microsoft Office PowerPoint</Application>
  <PresentationFormat>On-screen Show (16:9)</PresentationFormat>
  <Paragraphs>91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Agency FB</vt:lpstr>
      <vt:lpstr>Algerian</vt:lpstr>
      <vt:lpstr>Arial</vt:lpstr>
      <vt:lpstr>Blackadder ITC</vt:lpstr>
      <vt:lpstr>Calibri</vt:lpstr>
      <vt:lpstr>Georgia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Tournament Rules</dc:title>
  <dc:subject>PptxGenJS Presentation</dc:subject>
  <dc:creator>Krishay Prakash</dc:creator>
  <cp:lastModifiedBy>Krishay Prakash</cp:lastModifiedBy>
  <cp:revision>11</cp:revision>
  <dcterms:created xsi:type="dcterms:W3CDTF">2026-07-28T12:28:14Z</dcterms:created>
  <dcterms:modified xsi:type="dcterms:W3CDTF">2026-07-29T15:28:33Z</dcterms:modified>
</cp:coreProperties>
</file>