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0"/>
  </p:notesMasterIdLst>
  <p:sldIdLst>
    <p:sldId id="256" r:id="rId3"/>
    <p:sldId id="284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6" r:id="rId30"/>
    <p:sldId id="290" r:id="rId31"/>
    <p:sldId id="286" r:id="rId32"/>
    <p:sldId id="297" r:id="rId33"/>
    <p:sldId id="291" r:id="rId34"/>
    <p:sldId id="298" r:id="rId35"/>
    <p:sldId id="292" r:id="rId36"/>
    <p:sldId id="293" r:id="rId37"/>
    <p:sldId id="299" r:id="rId38"/>
    <p:sldId id="300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 autoAdjust="0"/>
  </p:normalViewPr>
  <p:slideViewPr>
    <p:cSldViewPr snapToGrid="0" snapToObjects="1">
      <p:cViewPr varScale="1">
        <p:scale>
          <a:sx n="109" d="100"/>
          <a:sy n="109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3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DD15-94D9-23FA-4491-6F89A325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9FCF6-382A-17F3-87CE-BEAD0C83C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DCEF0-84E9-94E7-F74D-1ACD5D58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AF424-0594-2000-26A8-1B6AF3B64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45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0574" y="1"/>
            <a:ext cx="9164574" cy="5149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1444" y="1365365"/>
            <a:ext cx="3600450" cy="20716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1445" y="3536116"/>
            <a:ext cx="2873156" cy="11224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1444" y="164592"/>
            <a:ext cx="20278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6580" y="164592"/>
            <a:ext cx="112152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05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3089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616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8925"/>
            <a:ext cx="9144001" cy="514928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344440"/>
            <a:ext cx="4243851" cy="2018519"/>
          </a:xfrm>
        </p:spPr>
        <p:txBody>
          <a:bodyPr/>
          <a:lstStyle>
            <a:lvl1pPr>
              <a:defRPr sz="34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1698" y="387450"/>
            <a:ext cx="1945361" cy="122091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1699" y="164592"/>
            <a:ext cx="187803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1" y="164592"/>
            <a:ext cx="85978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1714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7883"/>
            <a:ext cx="9141714" cy="1795618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825" y="3347883"/>
            <a:ext cx="2540890" cy="1795618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28242" y="164592"/>
            <a:ext cx="2055462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649571" y="164592"/>
            <a:ext cx="1468493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21647" y="164592"/>
            <a:ext cx="336604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373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3587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485" y="3233854"/>
            <a:ext cx="6439003" cy="1776225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199213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4592"/>
            <a:ext cx="143494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4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57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9144000" cy="2151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76" y="1604082"/>
            <a:ext cx="4824950" cy="1471612"/>
          </a:xfrm>
        </p:spPr>
        <p:txBody>
          <a:bodyPr anchor="t">
            <a:norm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14975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4976" y="1604082"/>
            <a:ext cx="2788815" cy="3082218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7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7487" y="1916813"/>
            <a:ext cx="9144000" cy="3257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39" y="2611285"/>
            <a:ext cx="4122320" cy="1569204"/>
          </a:xfrm>
        </p:spPr>
        <p:txBody>
          <a:bodyPr anchor="t">
            <a:normAutofit/>
          </a:bodyPr>
          <a:lstStyle>
            <a:lvl1pPr>
              <a:defRPr sz="5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9144000" cy="1916813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246" y="2050551"/>
            <a:ext cx="204549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9176" y="2050551"/>
            <a:ext cx="1190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461" y="2050551"/>
            <a:ext cx="39502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39176" y="2611285"/>
            <a:ext cx="2937077" cy="2074415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marL="171450" lvl="0" indent="-171450"/>
            <a:r>
              <a:rPr lang="en-US"/>
              <a:t>Click to edit Master text styles</a:t>
            </a:r>
          </a:p>
          <a:p>
            <a:pPr marL="171450" lvl="1" indent="-171450"/>
            <a:r>
              <a:rPr lang="en-US"/>
              <a:t>Second level</a:t>
            </a:r>
          </a:p>
          <a:p>
            <a:pPr marL="171450" lvl="2" indent="-171450"/>
            <a:r>
              <a:rPr lang="en-US"/>
              <a:t>Third level</a:t>
            </a:r>
          </a:p>
          <a:p>
            <a:pPr marL="171450" lvl="3" indent="-171450"/>
            <a:r>
              <a:rPr lang="en-US"/>
              <a:t>Fourth level</a:t>
            </a:r>
          </a:p>
          <a:p>
            <a:pPr marL="171450" lvl="4" indent="-17145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6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4743451" y="1"/>
            <a:ext cx="4410941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9" y="957742"/>
            <a:ext cx="4033700" cy="739244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563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7721" y="161144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08" y="1853802"/>
            <a:ext cx="4033701" cy="2747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886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305175"/>
            <a:ext cx="6858000" cy="1838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15034"/>
            <a:ext cx="2630992" cy="2425446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56296"/>
            <a:ext cx="1899089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00550" y="156296"/>
            <a:ext cx="15131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41" y="156296"/>
            <a:ext cx="41486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0551" y="1415034"/>
            <a:ext cx="3371850" cy="24254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46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27" y="836676"/>
            <a:ext cx="1878948" cy="12180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013036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30548" y="161867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682" y="161867"/>
            <a:ext cx="411954" cy="25374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1327" y="2271392"/>
            <a:ext cx="1878948" cy="25577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30548" y="885825"/>
            <a:ext cx="6613452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90904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3000375" cy="10143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2045948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5924" y="164592"/>
            <a:ext cx="1310831" cy="253746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0461" y="162210"/>
            <a:ext cx="413335" cy="25374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5924" y="828675"/>
            <a:ext cx="5193752" cy="1014387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None/>
              <a:defRPr sz="1050"/>
            </a:lvl1pPr>
            <a:lvl2pPr marL="385763" indent="-214313">
              <a:buFont typeface="Arial" panose="020B0604020202020204" pitchFamily="34" charset="0"/>
              <a:buNone/>
              <a:defRPr sz="105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1050"/>
            </a:lvl4pPr>
            <a:lvl5pPr marL="814388" indent="-128588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03882"/>
            <a:ext cx="9144000" cy="293961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23468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7"/>
            <a:ext cx="1885950" cy="218918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188595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67811" y="1"/>
            <a:ext cx="6576190" cy="298928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3058221"/>
            <a:ext cx="1440180" cy="253746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3058221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3317682"/>
            <a:ext cx="6315075" cy="136861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256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005" y="836677"/>
            <a:ext cx="3935683" cy="7455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200275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2434" y="156816"/>
            <a:ext cx="1383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0639" y="156816"/>
            <a:ext cx="416961" cy="25374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5825"/>
            <a:ext cx="3935683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1005" y="1600200"/>
            <a:ext cx="3935683" cy="30861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499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3" y="836676"/>
            <a:ext cx="2705753" cy="2377909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1144"/>
            <a:ext cx="1947830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4432" y="161144"/>
            <a:ext cx="1190033" cy="253746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208" y="161144"/>
            <a:ext cx="416961" cy="25374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432" y="834504"/>
            <a:ext cx="5195243" cy="1475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77310" y="2625153"/>
            <a:ext cx="5466691" cy="2518348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3103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2571751"/>
            <a:ext cx="1875980" cy="19139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9144000" cy="202882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2148968"/>
            <a:ext cx="2044782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2148968"/>
            <a:ext cx="1475509" cy="253746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2148968"/>
            <a:ext cx="416961" cy="25374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2571750"/>
            <a:ext cx="6157653" cy="22574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741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73" y="836676"/>
            <a:ext cx="2702442" cy="105740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29025" y="156816"/>
            <a:ext cx="1885950" cy="253746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4515" y="164592"/>
            <a:ext cx="423256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673" y="2028825"/>
            <a:ext cx="2702442" cy="277177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1452" y="881743"/>
            <a:ext cx="5442548" cy="4261757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34071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455719"/>
            <a:ext cx="3314700" cy="123058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35" y="1"/>
            <a:ext cx="3627590" cy="31606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5956" y="156816"/>
            <a:ext cx="2044782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2893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5957" y="828675"/>
            <a:ext cx="4312786" cy="3857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836676"/>
            <a:ext cx="2329001" cy="122738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1641" y="161144"/>
            <a:ext cx="1902741" cy="253746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161144"/>
            <a:ext cx="416961" cy="25374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263140"/>
            <a:ext cx="2563427" cy="288036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1642" y="828676"/>
            <a:ext cx="5607428" cy="400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42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9144000" cy="514807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0" y="3811784"/>
            <a:ext cx="3000375" cy="876923"/>
          </a:xfrm>
        </p:spPr>
        <p:txBody>
          <a:bodyPr anchor="b">
            <a:normAutofit/>
          </a:bodyPr>
          <a:lstStyle>
            <a:lvl1pPr>
              <a:defRPr sz="1500" spc="-38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9300" y="156816"/>
            <a:ext cx="147801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0742" y="797719"/>
            <a:ext cx="7821215" cy="2631281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95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8738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9144000" cy="3602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4325" y="2164205"/>
            <a:ext cx="6600826" cy="2664970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500" b="0" spc="-38" baseline="0">
                <a:solidFill>
                  <a:schemeClr val="tx1"/>
                </a:solidFill>
              </a:defRPr>
            </a:lvl1pPr>
            <a:lvl2pPr marL="171450" indent="0">
              <a:lnSpc>
                <a:spcPct val="85000"/>
              </a:lnSpc>
              <a:buNone/>
              <a:defRPr sz="3300" b="0" spc="-38" baseline="0">
                <a:solidFill>
                  <a:schemeClr val="tx1"/>
                </a:solidFill>
              </a:defRPr>
            </a:lvl2pPr>
            <a:lvl3pPr marL="342900" indent="0">
              <a:lnSpc>
                <a:spcPct val="85000"/>
              </a:lnSpc>
              <a:buNone/>
              <a:defRPr sz="3000" b="0" spc="-38" baseline="0">
                <a:solidFill>
                  <a:schemeClr val="tx1"/>
                </a:solidFill>
              </a:defRPr>
            </a:lvl3pPr>
            <a:lvl4pPr marL="514350" indent="0">
              <a:lnSpc>
                <a:spcPct val="85000"/>
              </a:lnSpc>
              <a:buNone/>
              <a:defRPr sz="2700" b="0" spc="-38" baseline="0">
                <a:solidFill>
                  <a:schemeClr val="tx1"/>
                </a:solidFill>
              </a:defRPr>
            </a:lvl4pPr>
            <a:lvl5pPr marL="685800" indent="0">
              <a:lnSpc>
                <a:spcPct val="85000"/>
              </a:lnSpc>
              <a:buNone/>
              <a:defRPr sz="2400" b="0" spc="-38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5058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655664"/>
            <a:ext cx="6379925" cy="499820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050" b="0" cap="all" spc="75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392072"/>
            <a:ext cx="6379925" cy="2141541"/>
          </a:xfrm>
        </p:spPr>
        <p:txBody>
          <a:bodyPr anchor="ctr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773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6286500" cy="5262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09118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6246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92" y="699073"/>
            <a:ext cx="8126654" cy="5280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401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991" y="1256710"/>
            <a:ext cx="3685439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713766"/>
            <a:ext cx="3675580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4875" y="1256710"/>
            <a:ext cx="372577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551" y="1713766"/>
            <a:ext cx="3737072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8893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6285232" cy="6571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759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843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569214"/>
            <a:ext cx="5707251" cy="130115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2028826"/>
            <a:ext cx="6600825" cy="22106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10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2028579"/>
            <a:ext cx="4099245" cy="2050038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9163" y="2028825"/>
            <a:ext cx="3307556" cy="11715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98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7456807" cy="6571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63" y="1600200"/>
            <a:ext cx="7456807" cy="322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295" y="161144"/>
            <a:ext cx="2044782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0825" y="161144"/>
            <a:ext cx="1440180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8743" y="161144"/>
            <a:ext cx="416961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5948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8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70B21E-2FAA-423F-5C24-04C7ACB93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2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7B2CD-E6DB-10F3-CB63-5FDD5359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9A42F7-E70C-90C7-BED6-EEFC08905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A14144-41C2-035B-B646-CF20F1886F53}"/>
              </a:ext>
            </a:extLst>
          </p:cNvPr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F96585-193D-7DE7-AD97-6E5F6288BFA0}"/>
              </a:ext>
            </a:extLst>
          </p:cNvPr>
          <p:cNvSpPr/>
          <p:nvPr/>
        </p:nvSpPr>
        <p:spPr>
          <a:xfrm>
            <a:off x="822960" y="480060"/>
            <a:ext cx="758952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accent4"/>
                </a:solidFill>
                <a:latin typeface="Agency FB" panose="020B0503020202020204" pitchFamily="34" charset="0"/>
              </a:rPr>
              <a:t>Stay Motivated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4FA83D-2A08-1A20-AEC6-61A1B0E33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2FA7C3-B2AE-2042-813B-D57B6A1F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2397FC-F9AD-65B2-9724-C79B2A553C9B}"/>
              </a:ext>
            </a:extLst>
          </p:cNvPr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Touch on Hard Work, Mindset, and the Realities of Competition</a:t>
            </a:r>
            <a:r>
              <a:rPr lang="en-IN" sz="1600" dirty="0">
                <a:solidFill>
                  <a:schemeClr val="bg1"/>
                </a:solidFill>
              </a:rPr>
              <a:t>. 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AD9B819-1314-A353-A396-7D28A762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FAD084A-DC62-048F-A689-5CF8F5C2EDCD}"/>
              </a:ext>
            </a:extLst>
          </p:cNvPr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Victories are cool, but the experiences you rack up along the way? That's the good stuff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1E0844E-9299-7A29-69B2-253179722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3665AD-5F6F-FD86-0C00-F100504AEF53}"/>
              </a:ext>
            </a:extLst>
          </p:cNvPr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Lowering your resistance to change, removing bias and being willing to adapt will help you tackle whatever comes your way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3013080-4A48-C0AA-E783-2CFA4D7E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4D0F54A-BD69-7C24-F5B5-EA26556935C6}"/>
              </a:ext>
            </a:extLst>
          </p:cNvPr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>
                <a:solidFill>
                  <a:schemeClr val="bg1"/>
                </a:solidFill>
              </a:rPr>
              <a:t>Preparedness for a game that usually lasts four-five hours requires good physical condition and also steady nerves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4F97E9-A98C-BE3E-AB3E-7B4EA8BA00F6}"/>
              </a:ext>
            </a:extLst>
          </p:cNvPr>
          <p:cNvSpPr/>
          <p:nvPr/>
        </p:nvSpPr>
        <p:spPr>
          <a:xfrm>
            <a:off x="594360" y="420624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0000"/>
                </a:solidFill>
                <a:latin typeface="Blackadder ITC" panose="04020505051007020D02" pitchFamily="82" charset="0"/>
              </a:rPr>
              <a:t>-Vishwanathan Anand</a:t>
            </a:r>
          </a:p>
          <a:p>
            <a:pPr marL="0" indent="0" algn="r">
              <a:buNone/>
            </a:pPr>
            <a:r>
              <a:rPr lang="en-US" sz="1500" dirty="0">
                <a:solidFill>
                  <a:srgbClr val="00B0F0"/>
                </a:solidFill>
                <a:latin typeface="Algerian" panose="04020705040A02060702" pitchFamily="82" charset="0"/>
              </a:rPr>
              <a:t>FIDE</a:t>
            </a:r>
            <a:r>
              <a:rPr lang="en-US" sz="1500" dirty="0">
                <a:solidFill>
                  <a:srgbClr val="00B0F0"/>
                </a:solidFill>
                <a:latin typeface="Blackadder ITC" panose="04020505051007020D02" pitchFamily="82" charset="0"/>
              </a:rPr>
              <a:t> Vice President </a:t>
            </a:r>
          </a:p>
          <a:p>
            <a:pPr marL="0" indent="0" algn="r">
              <a:buNone/>
            </a:pPr>
            <a:r>
              <a:rPr lang="en-US" sz="1500" dirty="0">
                <a:solidFill>
                  <a:srgbClr val="00B0F0"/>
                </a:solidFill>
                <a:latin typeface="Blackadder ITC" panose="04020505051007020D02" pitchFamily="82" charset="0"/>
              </a:rPr>
              <a:t>First Grandmaster from India</a:t>
            </a:r>
          </a:p>
          <a:p>
            <a:pPr marL="0" indent="0" algn="r">
              <a:buNone/>
            </a:pPr>
            <a:r>
              <a:rPr lang="en-US" sz="1500" dirty="0">
                <a:solidFill>
                  <a:srgbClr val="00B0F0"/>
                </a:solidFill>
                <a:latin typeface="Blackadder ITC" panose="04020505051007020D02" pitchFamily="82" charset="0"/>
              </a:rPr>
              <a:t>Five time world champion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CD583B5-DF79-A2F9-C8CC-C9ACC948FE00}"/>
              </a:ext>
            </a:extLst>
          </p:cNvPr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1 OF 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6322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DFC6C4-43F6-9E36-0F72-9F06E2AF5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1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Rules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REGULATIONS &amp; GOVERNING PRINCIPLES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Laws of Chess will be followed wherever applicable.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Touch-move rule applies strictly during all rounds.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moves will be handled immediately by the official arbiter.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must maintain absolute silence during active games.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Spectators are strictly prohibited from interfering or offering advice.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1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CLOCKS, ALLOTTED DURATIONS &amp; TIME LIMITS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control parameters will be officially announced before tournament commencement.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digital/analog clocks are available, players must press the clock after each completed move.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clocks are unavailable, the arbiter may impose a time limit if a game exceeds the allotted duration.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2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Play Policy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INTEGRITY, ETHICS &amp; ANTI-CHEATING DIRECTIVES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electronic devices allowed in the playing hall during games.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 or human assistance permitted from spectators, coaches, or other players.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Unsporting behavior or disruption may result in formal warnings or immediate disqualification.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of the Chief Arbiter are final and binding.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3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Format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PAIRINGS, SYSTEMS &amp; STANDINGS PROGRESSION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structure will utilize the Swiss System or Round Robin (depending on total entries).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pairings will be announced prior to the start of each round.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winners are determined strictly by cumulative points scored.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tiebreak systems will be calculated and applied if necessary.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4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ALLOCATION MATRIX PER GAME RESULT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8241"/>
              </p:ext>
            </p:extLst>
          </p:nvPr>
        </p:nvGraphicFramePr>
        <p:xfrm>
          <a:off x="914400" y="1920240"/>
          <a:ext cx="7315200" cy="1508760"/>
        </p:xfrm>
        <a:graphic>
          <a:graphicData uri="http://schemas.openxmlformats.org/drawingml/2006/table">
            <a:tbl>
              <a:tblPr firstRow="1"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</a:rPr>
                        <a:t>MATCH RESULT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</a:rPr>
                        <a:t>POINTS AWARDED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Win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1 point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Draw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0.5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Loss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0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3F4F6"/>
                          </a:solidFill>
                        </a:rPr>
                        <a:t>Bye (if applicable)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1 point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5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Tie-break Criteria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TIEBREAK SYSTEMS FOR EQUAL SCORES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or more players finish with the exact same score: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Buchholz Score (Swiss System)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Sonneborn-Berger Score (Round Robin)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Direct Encounter (Head-to-head result)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Total Number of Wins</a:t>
            </a:r>
            <a:endParaRPr lang="en-US" sz="1500" dirty="0"/>
          </a:p>
        </p:txBody>
      </p:sp>
      <p:sp>
        <p:nvSpPr>
          <p:cNvPr id="16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9377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1143000" y="4800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Blitz Play-off Match (if required by Arbiter)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6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Arbiter's Duties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RESPONSIBILITIES OF TECHNICAL OFFICIALS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publish accurate pairings before each round.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start and signal the end of each round.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all active game disputes, claim verifications, and illegal move penalties.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verify, and maintain official game score sheets and results.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fair play standards and uphold playing hall discipline.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7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of Conduct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SPORTSMANSHIP &amp; PLAYER ETIQUETTE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opponents, arbiters, organizers, and venue personnel at all times.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hands respectfully before the start and after the conclusion of every game.</a:t>
            </a:r>
            <a:endParaRPr lang="en-US" sz="1500" dirty="0"/>
          </a:p>
        </p:txBody>
      </p:sp>
      <p:sp>
        <p:nvSpPr>
          <p:cNvPr id="10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430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distract, annoy, or provoke other players during active play.</a:t>
            </a:r>
            <a:endParaRPr lang="en-US" sz="1500" dirty="0"/>
          </a:p>
        </p:txBody>
      </p:sp>
      <p:sp>
        <p:nvSpPr>
          <p:cNvPr id="12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4904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143000" y="3611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all official arbiter decisions with grace and sportsmanship.</a:t>
            </a:r>
            <a:endParaRPr lang="en-US" sz="1500" dirty="0"/>
          </a:p>
        </p:txBody>
      </p:sp>
      <p:sp>
        <p:nvSpPr>
          <p:cNvPr id="14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absolute honesty and true sportsmanship.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8 OF 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57200"/>
            <a:ext cx="91440" cy="7315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 &amp; Material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SET SPECIFICATIONS &amp; CLOCK SETUP</a:t>
            </a:r>
            <a:endParaRPr lang="en-US" sz="1100" dirty="0"/>
          </a:p>
        </p:txBody>
      </p:sp>
      <p:sp>
        <p:nvSpPr>
          <p:cNvPr id="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6596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certified standard tournament chess clocks.</a:t>
            </a:r>
            <a:endParaRPr lang="en-US" sz="1500" dirty="0"/>
          </a:p>
        </p:txBody>
      </p:sp>
      <p:sp>
        <p:nvSpPr>
          <p:cNvPr id="8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boards, pieces, and complete sets comply with competition standards.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 OFFICIAL TOURNAMENT REGULATIONS  •  SLIDE 9 OF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31"/>
            <a:ext cx="9144000" cy="51006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0BA85-2627-D7C0-10E8-338438B9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47EA4-E873-8DB3-C954-FE8CD470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06" y="0"/>
            <a:ext cx="50767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8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61A2-058B-D9F8-EF52-F0B5CDBF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ess-game">
            <a:hlinkClick r:id="" action="ppaction://media"/>
            <a:extLst>
              <a:ext uri="{FF2B5EF4-FFF2-40B4-BE49-F238E27FC236}">
                <a16:creationId xmlns:a16="http://schemas.microsoft.com/office/drawing/2014/main" id="{65E4E6A1-FF56-717B-0FF2-47CBFAC129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79027" y="397852"/>
            <a:ext cx="4066442" cy="4066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69CC4B-FCFC-B5F1-97CC-6D738276C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566" y="611066"/>
            <a:ext cx="764930" cy="7649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AE90DF-332D-4E5D-44C5-81512DA19224}"/>
              </a:ext>
            </a:extLst>
          </p:cNvPr>
          <p:cNvSpPr txBox="1"/>
          <p:nvPr/>
        </p:nvSpPr>
        <p:spPr>
          <a:xfrm>
            <a:off x="2179027" y="4535073"/>
            <a:ext cx="398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STOCKFISH 18 v/s STOCKFISH 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96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9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EA3B3-545F-8A6D-D266-067BF90A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9C11DE-78F4-F521-BA4B-25DB763C2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32" y="430823"/>
            <a:ext cx="8882536" cy="410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41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9ED7-FF8B-2678-A0C8-0A4C9C92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ard">
            <a:hlinkClick r:id="" action="ppaction://media"/>
            <a:extLst>
              <a:ext uri="{FF2B5EF4-FFF2-40B4-BE49-F238E27FC236}">
                <a16:creationId xmlns:a16="http://schemas.microsoft.com/office/drawing/2014/main" id="{81720684-E691-A4D4-3418-3C10166D5E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7926" y="202222"/>
            <a:ext cx="3574073" cy="35740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27301C-0A11-FB64-1329-504298D2FEAA}"/>
              </a:ext>
            </a:extLst>
          </p:cNvPr>
          <p:cNvSpPr txBox="1"/>
          <p:nvPr/>
        </p:nvSpPr>
        <p:spPr>
          <a:xfrm>
            <a:off x="1633170" y="3877270"/>
            <a:ext cx="2303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Krishay Prakash v/s </a:t>
            </a:r>
            <a:r>
              <a:rPr lang="en-US" dirty="0" err="1"/>
              <a:t>Vishy</a:t>
            </a:r>
            <a:r>
              <a:rPr lang="en-US" dirty="0"/>
              <a:t> Bot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B4D71-AB2B-556F-0634-530AAF96F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015" y="87923"/>
            <a:ext cx="2062510" cy="3286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F010F7-CD06-F9F0-7DDB-0E29601DB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7131" y="3404121"/>
            <a:ext cx="2097394" cy="139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2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7BFA-D424-C4AD-58A8-62C94F7F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38DE72-F38E-20CF-C97D-34F68446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46" y="382732"/>
            <a:ext cx="8379069" cy="43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28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D9E2-2FF8-30E9-C1EB-D4B501F2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374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27E9-5AB0-8E24-F59F-F818E19E8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184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4E2E-A5EC-F288-2E42-60DFA5A7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651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55208-D189-D60F-8C65-A08AB8A0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766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1BE46B-2ADA-42AC-0F87-D4FFF721F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143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4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678</Words>
  <Application>Microsoft Office PowerPoint</Application>
  <PresentationFormat>On-screen Show (16:9)</PresentationFormat>
  <Paragraphs>93</Paragraphs>
  <Slides>37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Agency FB</vt:lpstr>
      <vt:lpstr>Algerian</vt:lpstr>
      <vt:lpstr>Arial</vt:lpstr>
      <vt:lpstr>Blackadder ITC</vt:lpstr>
      <vt:lpstr>Calibri</vt:lpstr>
      <vt:lpstr>Georgia</vt:lpstr>
      <vt:lpstr>Neue Haas Grotesk Text Pro</vt:lpstr>
      <vt:lpstr>Office Theme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Tournament Rules</dc:title>
  <dc:subject>PptxGenJS Presentation</dc:subject>
  <dc:creator>Krishay Prakash</dc:creator>
  <cp:lastModifiedBy>Krishay Prakash</cp:lastModifiedBy>
  <cp:revision>19</cp:revision>
  <dcterms:created xsi:type="dcterms:W3CDTF">2026-07-28T12:28:14Z</dcterms:created>
  <dcterms:modified xsi:type="dcterms:W3CDTF">2026-07-31T14:49:25Z</dcterms:modified>
</cp:coreProperties>
</file>