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37"/>
  </p:notesMasterIdLst>
  <p:sldIdLst>
    <p:sldId id="256" r:id="rId3"/>
    <p:sldId id="284" r:id="rId4"/>
    <p:sldId id="257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96" r:id="rId30"/>
    <p:sldId id="297" r:id="rId31"/>
    <p:sldId id="286" r:id="rId32"/>
    <p:sldId id="290" r:id="rId33"/>
    <p:sldId id="291" r:id="rId34"/>
    <p:sldId id="292" r:id="rId35"/>
    <p:sldId id="293" r:id="rId3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48" autoAdjust="0"/>
  </p:normalViewPr>
  <p:slideViewPr>
    <p:cSldViewPr snapToGrid="0" snapToObjects="1">
      <p:cViewPr varScale="1">
        <p:scale>
          <a:sx n="109" d="100"/>
          <a:sy n="109" d="100"/>
        </p:scale>
        <p:origin x="86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viewProps" Target="viewProp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4384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7DD15-94D9-23FA-4491-6F89A3252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09FCF6-382A-17F3-87CE-BEAD0C83CB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ADCEF0-84E9-94E7-F74D-1ACD5D58B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EAF424-0594-2000-26A8-1B6AF3B640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3450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8E832A1-AE20-595C-6C6A-C6CAD6D72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59" t="1529" r="16895" b="27442"/>
          <a:stretch>
            <a:fillRect/>
          </a:stretch>
        </p:blipFill>
        <p:spPr>
          <a:xfrm flipH="1">
            <a:off x="-20574" y="1"/>
            <a:ext cx="9164574" cy="514928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21444" y="1365365"/>
            <a:ext cx="3600450" cy="207164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6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21445" y="3536116"/>
            <a:ext cx="2873156" cy="1122462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05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21444" y="164592"/>
            <a:ext cx="2027833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926580" y="164592"/>
            <a:ext cx="1121524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20500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913089" y="161144"/>
            <a:ext cx="1114425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761677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6AC85073-6D22-76C5-C752-C565E9FBC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6" t="10520" r="14652" b="11508"/>
          <a:stretch>
            <a:fillRect/>
          </a:stretch>
        </p:blipFill>
        <p:spPr>
          <a:xfrm flipH="1">
            <a:off x="-1" y="8925"/>
            <a:ext cx="9144001" cy="5149286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BF6CFC71-0CC0-F6AB-06FD-5F2DE2587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594" y="344440"/>
            <a:ext cx="4243851" cy="2018519"/>
          </a:xfrm>
        </p:spPr>
        <p:txBody>
          <a:bodyPr/>
          <a:lstStyle>
            <a:lvl1pPr>
              <a:defRPr sz="34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1932924-E87B-08A2-5EE3-BBA69699E2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21698" y="387450"/>
            <a:ext cx="1945361" cy="1220915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9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21699" y="164592"/>
            <a:ext cx="1878037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401" y="164592"/>
            <a:ext cx="859787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8743" y="164592"/>
            <a:ext cx="416961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6287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9141714" cy="51435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7EB34FF5-770C-AA64-B806-5D6DED711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347883"/>
            <a:ext cx="9141714" cy="1795618"/>
          </a:xfrm>
          <a:gradFill>
            <a:gsLst>
              <a:gs pos="31000">
                <a:srgbClr val="000000">
                  <a:alpha val="30000"/>
                </a:srgbClr>
              </a:gs>
              <a:gs pos="87000">
                <a:srgbClr val="000000">
                  <a:alpha val="60000"/>
                </a:srgbClr>
              </a:gs>
              <a:gs pos="0">
                <a:srgbClr val="000000">
                  <a:alpha val="0"/>
                </a:srgbClr>
              </a:gs>
            </a:gsLst>
            <a:lin ang="5400000" scaled="0"/>
          </a:gradFill>
        </p:spPr>
        <p:txBody>
          <a:bodyPr lIns="502920" tIns="0" rIns="5029200" bIns="365760" anchor="b"/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9132BB0-A42B-7355-8046-F22B2344C6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00825" y="3347883"/>
            <a:ext cx="2540890" cy="1795618"/>
          </a:xfrm>
        </p:spPr>
        <p:txBody>
          <a:bodyPr vert="horz" lIns="137160" tIns="365760" rIns="0" bIns="457200" rtlCol="0" anchor="b">
            <a:normAutofit/>
          </a:bodyPr>
          <a:lstStyle>
            <a:lvl1pPr marL="0" indent="0">
              <a:buNone/>
              <a:defRPr lang="en-US" sz="105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28242" y="164592"/>
            <a:ext cx="2055462" cy="27432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6649571" y="164592"/>
            <a:ext cx="1468493" cy="27432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8521647" y="164592"/>
            <a:ext cx="336604" cy="27432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5373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6F838A51-B977-1664-089F-3B2250DFEF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9135879" cy="5143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485" y="3233854"/>
            <a:ext cx="6439003" cy="1776225"/>
          </a:xfrm>
        </p:spPr>
        <p:txBody>
          <a:bodyPr anchor="b">
            <a:normAutofit/>
          </a:bodyPr>
          <a:lstStyle>
            <a:lvl1pPr>
              <a:defRPr sz="5175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4325" y="164592"/>
            <a:ext cx="1992134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00825" y="164592"/>
            <a:ext cx="1434942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8744" y="164592"/>
            <a:ext cx="416961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65734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D09BF41B-6D10-9A6E-03E4-5E7320A61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-1"/>
            <a:ext cx="9144000" cy="21518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76" y="1604082"/>
            <a:ext cx="4824950" cy="1471612"/>
          </a:xfrm>
        </p:spPr>
        <p:txBody>
          <a:bodyPr anchor="t">
            <a:normAutofit/>
          </a:bodyPr>
          <a:lstStyle>
            <a:lvl1pPr>
              <a:defRPr sz="66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514975" y="161144"/>
            <a:ext cx="1114425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4976" y="1604082"/>
            <a:ext cx="2788815" cy="3082218"/>
          </a:xfrm>
        </p:spPr>
        <p:txBody>
          <a:bodyPr vert="horz" lIns="91440" tIns="45720" rIns="91440" bIns="45720" rtlCol="0" anchor="t">
            <a:normAutofit/>
          </a:bodyPr>
          <a:lstStyle>
            <a:lvl1pPr marL="342900" indent="-342900"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1pPr>
            <a:lvl2pPr marL="428625" indent="-257175"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2pPr>
            <a:lvl3pPr marL="600075" indent="-257175"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60748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red and yellow light&#10;&#10;AI-generated content may be incorrect.">
            <a:extLst>
              <a:ext uri="{FF2B5EF4-FFF2-40B4-BE49-F238E27FC236}">
                <a16:creationId xmlns:a16="http://schemas.microsoft.com/office/drawing/2014/main" id="{BD349A90-08FB-AFC0-8649-56404DF7B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9"/>
          <a:stretch>
            <a:fillRect/>
          </a:stretch>
        </p:blipFill>
        <p:spPr>
          <a:xfrm rot="10800000" flipH="1">
            <a:off x="-7487" y="1916813"/>
            <a:ext cx="9144000" cy="325793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139" y="2611285"/>
            <a:ext cx="4122320" cy="1569204"/>
          </a:xfrm>
        </p:spPr>
        <p:txBody>
          <a:bodyPr anchor="t">
            <a:normAutofit/>
          </a:bodyPr>
          <a:lstStyle>
            <a:lvl1pPr>
              <a:defRPr sz="57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43EA2DD-B019-E3AA-ACB7-13CC3353E8D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1"/>
            <a:ext cx="9144000" cy="1916813"/>
          </a:xfrm>
          <a:blipFill>
            <a:blip r:embed="rId3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5246" y="2050551"/>
            <a:ext cx="2045498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39176" y="2050551"/>
            <a:ext cx="1190033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87461" y="2050551"/>
            <a:ext cx="395021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39176" y="2611285"/>
            <a:ext cx="2937077" cy="2074415"/>
          </a:xfrm>
        </p:spPr>
        <p:txBody>
          <a:bodyPr vert="horz" lIns="91440" tIns="45720" rIns="91440" bIns="45720" rtlCol="0">
            <a:normAutofit/>
          </a:bodyPr>
          <a:lstStyle>
            <a:lvl1pPr marL="257175" indent="-257175">
              <a:lnSpc>
                <a:spcPct val="130000"/>
              </a:lnSpc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1pPr>
            <a:lvl2pPr marL="428625" indent="-257175">
              <a:lnSpc>
                <a:spcPct val="130000"/>
              </a:lnSpc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2pPr>
            <a:lvl3pPr marL="600075" indent="-257175">
              <a:lnSpc>
                <a:spcPct val="130000"/>
              </a:lnSpc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3pPr>
            <a:lvl4pPr>
              <a:lnSpc>
                <a:spcPct val="130000"/>
              </a:lnSpc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4pPr>
            <a:lvl5pPr>
              <a:lnSpc>
                <a:spcPct val="130000"/>
              </a:lnSpc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5pPr>
          </a:lstStyle>
          <a:p>
            <a:pPr marL="171450" lvl="0" indent="-171450"/>
            <a:r>
              <a:rPr lang="en-US"/>
              <a:t>Click to edit Master text styles</a:t>
            </a:r>
          </a:p>
          <a:p>
            <a:pPr marL="171450" lvl="1" indent="-171450"/>
            <a:r>
              <a:rPr lang="en-US"/>
              <a:t>Second level</a:t>
            </a:r>
          </a:p>
          <a:p>
            <a:pPr marL="171450" lvl="2" indent="-171450"/>
            <a:r>
              <a:rPr lang="en-US"/>
              <a:t>Third level</a:t>
            </a:r>
          </a:p>
          <a:p>
            <a:pPr marL="171450" lvl="3" indent="-171450"/>
            <a:r>
              <a:rPr lang="en-US"/>
              <a:t>Fourth level</a:t>
            </a:r>
          </a:p>
          <a:p>
            <a:pPr marL="171450" lvl="4" indent="-171450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669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518E8C82-2B1B-76C7-A67D-099AEEEAD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09"/>
          <a:stretch>
            <a:fillRect/>
          </a:stretch>
        </p:blipFill>
        <p:spPr>
          <a:xfrm>
            <a:off x="4743451" y="1"/>
            <a:ext cx="4410941" cy="5143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139" y="957742"/>
            <a:ext cx="4033700" cy="739244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4295" y="161144"/>
            <a:ext cx="2044782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00825" y="161144"/>
            <a:ext cx="1456380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7721" y="161144"/>
            <a:ext cx="416961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608" y="1853802"/>
            <a:ext cx="4033701" cy="2747051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8863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E41EB56E-DF88-E5AB-35AF-891395DCDB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3305175"/>
            <a:ext cx="6858000" cy="18383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0175" y="1415034"/>
            <a:ext cx="2630992" cy="2425446"/>
          </a:xfrm>
        </p:spPr>
        <p:txBody>
          <a:bodyPr anchor="t">
            <a:normAutofit/>
          </a:bodyPr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4325" y="156296"/>
            <a:ext cx="1899089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00550" y="156296"/>
            <a:ext cx="1513161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72441" y="156296"/>
            <a:ext cx="414867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00551" y="1415034"/>
            <a:ext cx="3371850" cy="242544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  <a:lvl2pPr>
              <a:defRPr lang="en-US">
                <a:solidFill>
                  <a:schemeClr val="tx1"/>
                </a:solidFill>
              </a:defRPr>
            </a:lvl2pPr>
            <a:lvl3pPr>
              <a:defRPr lang="en-US">
                <a:solidFill>
                  <a:schemeClr val="tx1"/>
                </a:solidFill>
              </a:defRPr>
            </a:lvl3pPr>
            <a:lvl4pPr>
              <a:defRPr lang="en-US">
                <a:solidFill>
                  <a:schemeClr val="tx1"/>
                </a:solidFill>
              </a:defRPr>
            </a:lvl4pPr>
            <a:lvl5pPr>
              <a:defRPr lang="en-US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94679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327" y="836676"/>
            <a:ext cx="1878948" cy="1218092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2326" y="164592"/>
            <a:ext cx="2013036" cy="25374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30548" y="161867"/>
            <a:ext cx="1114425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73682" y="161867"/>
            <a:ext cx="411954" cy="253746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21327" y="2271392"/>
            <a:ext cx="1878948" cy="255778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B2531DA-E07E-34C2-010B-27DB8B0049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530548" y="885825"/>
            <a:ext cx="6613452" cy="4257675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9909047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5" y="836676"/>
            <a:ext cx="3000375" cy="1014387"/>
          </a:xfrm>
        </p:spPr>
        <p:txBody>
          <a:bodyPr anchor="t">
            <a:normAutofit/>
          </a:bodyPr>
          <a:lstStyle>
            <a:lvl1pPr>
              <a:defRPr sz="22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4325" y="164592"/>
            <a:ext cx="2045948" cy="25374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35924" y="164592"/>
            <a:ext cx="1310831" cy="253746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70461" y="162210"/>
            <a:ext cx="413335" cy="253746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635924" y="828675"/>
            <a:ext cx="5193752" cy="1014387"/>
          </a:xfrm>
        </p:spPr>
        <p:txBody>
          <a:bodyPr>
            <a:normAutofit/>
          </a:bodyPr>
          <a:lstStyle>
            <a:lvl1pPr marL="214313" indent="-214313">
              <a:buFont typeface="Arial" panose="020B0604020202020204" pitchFamily="34" charset="0"/>
              <a:buNone/>
              <a:defRPr sz="1050"/>
            </a:lvl1pPr>
            <a:lvl2pPr marL="385763" indent="-214313">
              <a:buFont typeface="Arial" panose="020B0604020202020204" pitchFamily="34" charset="0"/>
              <a:buNone/>
              <a:defRPr sz="1050"/>
            </a:lvl2pPr>
            <a:lvl3pPr marL="557213" indent="-214313">
              <a:buFont typeface="Arial" panose="020B0604020202020204" pitchFamily="34" charset="0"/>
              <a:buNone/>
              <a:defRPr sz="1050"/>
            </a:lvl3pPr>
            <a:lvl4pPr marL="642938" indent="-128588">
              <a:buFont typeface="Arial" panose="020B0604020202020204" pitchFamily="34" charset="0"/>
              <a:buNone/>
              <a:defRPr sz="1050"/>
            </a:lvl4pPr>
            <a:lvl5pPr marL="814388" indent="-128588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46877B-7C99-D26C-DFEC-72A4289A8F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203882"/>
            <a:ext cx="9144000" cy="2939618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0234684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5" y="836677"/>
            <a:ext cx="1885950" cy="218918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4295" y="161144"/>
            <a:ext cx="1885950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B6A322-B3CC-9AE7-DB63-8B433811BD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567811" y="1"/>
            <a:ext cx="6576190" cy="2989289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14600" y="3058221"/>
            <a:ext cx="1440180" cy="253746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8743" y="3058221"/>
            <a:ext cx="416961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514600" y="3317682"/>
            <a:ext cx="6315075" cy="1368618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72569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1005" y="836677"/>
            <a:ext cx="3935683" cy="74559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2326" y="164592"/>
            <a:ext cx="2200275" cy="25374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22434" y="156816"/>
            <a:ext cx="1383033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00639" y="156816"/>
            <a:ext cx="416961" cy="253746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3BFBE8F-8803-50FD-04BC-3A247F9767C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885825"/>
            <a:ext cx="3935683" cy="4257675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11005" y="1600200"/>
            <a:ext cx="3935683" cy="30861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74996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543" y="836676"/>
            <a:ext cx="2705753" cy="2377909"/>
          </a:xfrm>
        </p:spPr>
        <p:txBody>
          <a:bodyPr anchor="t">
            <a:normAutofit/>
          </a:bodyPr>
          <a:lstStyle>
            <a:lvl1pPr>
              <a:defRPr sz="22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2326" y="161144"/>
            <a:ext cx="1947830" cy="25374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34432" y="161144"/>
            <a:ext cx="1190033" cy="253746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73208" y="161144"/>
            <a:ext cx="416961" cy="253746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634432" y="834504"/>
            <a:ext cx="5195243" cy="147585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171450" indent="0">
              <a:buFont typeface="Arial" panose="020B0604020202020204" pitchFamily="34" charset="0"/>
              <a:buNone/>
              <a:defRPr sz="1050"/>
            </a:lvl2pPr>
            <a:lvl3pPr marL="342900" indent="0">
              <a:buFont typeface="Arial" panose="020B0604020202020204" pitchFamily="34" charset="0"/>
              <a:buNone/>
              <a:defRPr sz="1050"/>
            </a:lvl3pPr>
            <a:lvl4pPr marL="514350" indent="0">
              <a:buFont typeface="Arial" panose="020B0604020202020204" pitchFamily="34" charset="0"/>
              <a:buNone/>
              <a:defRPr sz="1050"/>
            </a:lvl4pPr>
            <a:lvl5pPr marL="6858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21707E4-5122-AA3B-7CFC-6AF9C0BAC4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677310" y="2625153"/>
            <a:ext cx="5466691" cy="2518348"/>
          </a:xfrm>
          <a:custGeom>
            <a:avLst/>
            <a:gdLst>
              <a:gd name="connsiteX0" fmla="*/ 0 w 7391400"/>
              <a:gd name="connsiteY0" fmla="*/ 0 h 3018269"/>
              <a:gd name="connsiteX1" fmla="*/ 7391400 w 7391400"/>
              <a:gd name="connsiteY1" fmla="*/ 0 h 3018269"/>
              <a:gd name="connsiteX2" fmla="*/ 7391400 w 7391400"/>
              <a:gd name="connsiteY2" fmla="*/ 3018269 h 3018269"/>
              <a:gd name="connsiteX3" fmla="*/ 0 w 7391400"/>
              <a:gd name="connsiteY3" fmla="*/ 3018269 h 3018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91400" h="3018269">
                <a:moveTo>
                  <a:pt x="0" y="0"/>
                </a:moveTo>
                <a:lnTo>
                  <a:pt x="7391400" y="0"/>
                </a:lnTo>
                <a:lnTo>
                  <a:pt x="7391400" y="3018269"/>
                </a:lnTo>
                <a:lnTo>
                  <a:pt x="0" y="3018269"/>
                </a:lnTo>
                <a:close/>
              </a:path>
            </a:pathLst>
          </a:cu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9431036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295" y="2571751"/>
            <a:ext cx="1875980" cy="1913987"/>
          </a:xfrm>
        </p:spPr>
        <p:txBody>
          <a:bodyPr anchor="t">
            <a:normAutofit/>
          </a:bodyPr>
          <a:lstStyle>
            <a:lvl1pPr>
              <a:defRPr sz="22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02C8AD-A927-B946-5850-6500487D68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9144000" cy="2028824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4295" y="2148968"/>
            <a:ext cx="2044782" cy="25374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14600" y="2148968"/>
            <a:ext cx="1475509" cy="253746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8743" y="2148968"/>
            <a:ext cx="416961" cy="253746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514600" y="2571750"/>
            <a:ext cx="6157653" cy="2257425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171450" indent="0">
              <a:buFont typeface="Arial" panose="020B0604020202020204" pitchFamily="34" charset="0"/>
              <a:buNone/>
              <a:defRPr sz="1050"/>
            </a:lvl2pPr>
            <a:lvl3pPr marL="342900" indent="0">
              <a:buFont typeface="Arial" panose="020B0604020202020204" pitchFamily="34" charset="0"/>
              <a:buNone/>
              <a:defRPr sz="1050"/>
            </a:lvl3pPr>
            <a:lvl4pPr marL="514350" indent="0">
              <a:buFont typeface="Arial" panose="020B0604020202020204" pitchFamily="34" charset="0"/>
              <a:buNone/>
              <a:defRPr sz="1050"/>
            </a:lvl4pPr>
            <a:lvl5pPr marL="6858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074154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673" y="836676"/>
            <a:ext cx="2702442" cy="1057409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29025" y="156816"/>
            <a:ext cx="1885950" cy="253746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4515" y="164592"/>
            <a:ext cx="423256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4673" y="2028825"/>
            <a:ext cx="2702442" cy="2771775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83D1CED-EDC4-B2B7-E11C-EF0ED41A91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701452" y="881743"/>
            <a:ext cx="5442548" cy="4261757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2340714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5" y="3455719"/>
            <a:ext cx="3314700" cy="1230581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4508209-B462-E74A-288F-8910B06DE3A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435" y="1"/>
            <a:ext cx="3627590" cy="3160643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55956" y="156816"/>
            <a:ext cx="2044782" cy="25374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00825" y="161144"/>
            <a:ext cx="1428938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55957" y="828675"/>
            <a:ext cx="4312786" cy="3857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19178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6" y="836676"/>
            <a:ext cx="2329001" cy="122738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4295" y="161144"/>
            <a:ext cx="2044782" cy="25374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41641" y="161144"/>
            <a:ext cx="1902741" cy="253746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9630" y="161144"/>
            <a:ext cx="416961" cy="253746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A8D0EC2-AB64-20F7-00E1-73B35DEAA2D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2263140"/>
            <a:ext cx="2563427" cy="288036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41642" y="828676"/>
            <a:ext cx="5607428" cy="40004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494270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26FEAF5-B987-7B83-7D1F-A4C535E2B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1" r="5781"/>
          <a:stretch>
            <a:fillRect/>
          </a:stretch>
        </p:blipFill>
        <p:spPr>
          <a:xfrm rot="10800000" flipH="1">
            <a:off x="0" y="-1"/>
            <a:ext cx="9144000" cy="5148072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9DD887D-B316-418B-8AF4-4F941223A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300" y="3811784"/>
            <a:ext cx="3000375" cy="876923"/>
          </a:xfrm>
        </p:spPr>
        <p:txBody>
          <a:bodyPr anchor="b">
            <a:normAutofit/>
          </a:bodyPr>
          <a:lstStyle>
            <a:lvl1pPr>
              <a:defRPr sz="1500" spc="-38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29300" y="156816"/>
            <a:ext cx="1478018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42D9118-C154-84FE-9D86-92525287F07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10742" y="797719"/>
            <a:ext cx="7821215" cy="2631281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19500"/>
            </a:lvl1pPr>
          </a:lstStyle>
          <a:p>
            <a:pPr lvl="0"/>
            <a:r>
              <a:rPr lang="en-US" dirty="0"/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14873876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ed and purple light&#10;&#10;AI-generated content may be incorrect.">
            <a:extLst>
              <a:ext uri="{FF2B5EF4-FFF2-40B4-BE49-F238E27FC236}">
                <a16:creationId xmlns:a16="http://schemas.microsoft.com/office/drawing/2014/main" id="{27A6C04A-3EE2-7293-8111-E4CF6B18B2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" t="57458" r="22221" b="1"/>
          <a:stretch>
            <a:fillRect/>
          </a:stretch>
        </p:blipFill>
        <p:spPr>
          <a:xfrm rot="10800000">
            <a:off x="0" y="1"/>
            <a:ext cx="9144000" cy="36021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486" y="-850392"/>
            <a:ext cx="7989570" cy="6858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14325" y="2164205"/>
            <a:ext cx="6600826" cy="2664970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4500" b="0" spc="-38" baseline="0">
                <a:solidFill>
                  <a:schemeClr val="tx1"/>
                </a:solidFill>
              </a:defRPr>
            </a:lvl1pPr>
            <a:lvl2pPr marL="171450" indent="0">
              <a:lnSpc>
                <a:spcPct val="85000"/>
              </a:lnSpc>
              <a:buNone/>
              <a:defRPr sz="3300" b="0" spc="-38" baseline="0">
                <a:solidFill>
                  <a:schemeClr val="tx1"/>
                </a:solidFill>
              </a:defRPr>
            </a:lvl2pPr>
            <a:lvl3pPr marL="342900" indent="0">
              <a:lnSpc>
                <a:spcPct val="85000"/>
              </a:lnSpc>
              <a:buNone/>
              <a:defRPr sz="3000" b="0" spc="-38" baseline="0">
                <a:solidFill>
                  <a:schemeClr val="tx1"/>
                </a:solidFill>
              </a:defRPr>
            </a:lvl3pPr>
            <a:lvl4pPr marL="514350" indent="0">
              <a:lnSpc>
                <a:spcPct val="85000"/>
              </a:lnSpc>
              <a:buNone/>
              <a:defRPr sz="2700" b="0" spc="-38" baseline="0">
                <a:solidFill>
                  <a:schemeClr val="tx1"/>
                </a:solidFill>
              </a:defRPr>
            </a:lvl4pPr>
            <a:lvl5pPr marL="685800" indent="0">
              <a:lnSpc>
                <a:spcPct val="85000"/>
              </a:lnSpc>
              <a:buNone/>
              <a:defRPr sz="2400" b="0" spc="-38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50586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56ABB8EC-1098-DCAC-E2E3-BCA53EEC62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22024" r="10011"/>
          <a:stretch>
            <a:fillRect/>
          </a:stretch>
        </p:blipFill>
        <p:spPr>
          <a:xfrm rot="10800000" flipH="1">
            <a:off x="0" y="0"/>
            <a:ext cx="9144000" cy="514807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0175" y="3655664"/>
            <a:ext cx="6379925" cy="499820"/>
          </a:xfrm>
        </p:spPr>
        <p:txBody>
          <a:bodyPr anchor="ctr">
            <a:normAutofit/>
          </a:bodyPr>
          <a:lstStyle>
            <a:lvl1pPr algn="r">
              <a:lnSpc>
                <a:spcPct val="90000"/>
              </a:lnSpc>
              <a:defRPr sz="1050" b="0" cap="all" spc="75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00175" y="1392072"/>
            <a:ext cx="6379925" cy="2141541"/>
          </a:xfrm>
        </p:spPr>
        <p:txBody>
          <a:bodyPr anchor="ctr">
            <a:normAutofit/>
          </a:bodyPr>
          <a:lstStyle>
            <a:lvl1pPr marL="123444" indent="-123444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3750" spc="-38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36077381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5" y="836676"/>
            <a:ext cx="6286500" cy="52624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CA46A-141E-21AB-51BA-BA1F0F39570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23850" y="1425178"/>
            <a:ext cx="3693319" cy="326112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8607D36-7013-02AC-69A9-8D38C5BBA7D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09118" y="1425178"/>
            <a:ext cx="3693319" cy="326112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462460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992" y="699073"/>
            <a:ext cx="8126654" cy="52806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00825" y="161144"/>
            <a:ext cx="1440180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3991" y="1256710"/>
            <a:ext cx="3685439" cy="41987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200" b="1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854769-C5D8-1BF0-C3A2-77216D6255D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23850" y="1713766"/>
            <a:ext cx="3675580" cy="29725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714875" y="1256710"/>
            <a:ext cx="3725771" cy="41987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200" b="1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3527224-4234-3620-766D-DCCA3AFDF89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709551" y="1713766"/>
            <a:ext cx="3737072" cy="29725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888936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594" y="835133"/>
            <a:ext cx="6285232" cy="65714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475924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768434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ed and purple light&#10;&#10;AI-generated content may be incorrect.">
            <a:extLst>
              <a:ext uri="{FF2B5EF4-FFF2-40B4-BE49-F238E27FC236}">
                <a16:creationId xmlns:a16="http://schemas.microsoft.com/office/drawing/2014/main" id="{CC69B319-31FA-514C-5A82-30B4D1B20A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0" y="0"/>
            <a:ext cx="9143999" cy="5143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295" y="569214"/>
            <a:ext cx="5707251" cy="1301150"/>
          </a:xfrm>
        </p:spPr>
        <p:txBody>
          <a:bodyPr anchor="t">
            <a:no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14325" y="2028826"/>
            <a:ext cx="6600825" cy="2210663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7104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purple light&#10;&#10;AI-generated content may be incorrect.">
            <a:extLst>
              <a:ext uri="{FF2B5EF4-FFF2-40B4-BE49-F238E27FC236}">
                <a16:creationId xmlns:a16="http://schemas.microsoft.com/office/drawing/2014/main" id="{86565871-9318-EC0D-5245-A159818CA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0" y="0"/>
            <a:ext cx="9143999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687F1B09-5020-D2DD-189E-7226AD232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594" y="2028579"/>
            <a:ext cx="4099245" cy="2050038"/>
          </a:xfrm>
        </p:spPr>
        <p:txBody>
          <a:bodyPr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492B719-9068-0A96-E408-4EB3E9F85BE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29163" y="2028825"/>
            <a:ext cx="3307556" cy="117157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63980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18" Type="http://schemas.openxmlformats.org/officeDocument/2006/relationships/slideLayout" Target="../slideLayouts/slideLayout19.xml"/><Relationship Id="rId26" Type="http://schemas.openxmlformats.org/officeDocument/2006/relationships/slideLayout" Target="../slideLayouts/slideLayout27.xml"/><Relationship Id="rId3" Type="http://schemas.openxmlformats.org/officeDocument/2006/relationships/slideLayout" Target="../slideLayouts/slideLayout4.xml"/><Relationship Id="rId21" Type="http://schemas.openxmlformats.org/officeDocument/2006/relationships/slideLayout" Target="../slideLayouts/slideLayout22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openxmlformats.org/officeDocument/2006/relationships/slideLayout" Target="../slideLayouts/slideLayout18.xml"/><Relationship Id="rId25" Type="http://schemas.openxmlformats.org/officeDocument/2006/relationships/slideLayout" Target="../slideLayouts/slideLayout26.xml"/><Relationship Id="rId2" Type="http://schemas.openxmlformats.org/officeDocument/2006/relationships/slideLayout" Target="../slideLayouts/slideLayout3.xml"/><Relationship Id="rId16" Type="http://schemas.openxmlformats.org/officeDocument/2006/relationships/slideLayout" Target="../slideLayouts/slideLayout17.xml"/><Relationship Id="rId2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2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6.xml"/><Relationship Id="rId23" Type="http://schemas.openxmlformats.org/officeDocument/2006/relationships/slideLayout" Target="../slideLayouts/slideLayout24.xml"/><Relationship Id="rId28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19" Type="http://schemas.openxmlformats.org/officeDocument/2006/relationships/slideLayout" Target="../slideLayouts/slideLayout20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Relationship Id="rId22" Type="http://schemas.openxmlformats.org/officeDocument/2006/relationships/slideLayout" Target="../slideLayouts/slideLayout23.xml"/><Relationship Id="rId27" Type="http://schemas.openxmlformats.org/officeDocument/2006/relationships/slideLayout" Target="../slideLayouts/slideLayout2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594" y="835133"/>
            <a:ext cx="7456807" cy="65714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2063" y="1600200"/>
            <a:ext cx="7456807" cy="32289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4295" y="161144"/>
            <a:ext cx="2044782" cy="25374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525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600825" y="161144"/>
            <a:ext cx="1440180" cy="25374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525" cap="all" baseline="0">
                <a:solidFill>
                  <a:schemeClr val="tx1"/>
                </a:solidFill>
              </a:defRPr>
            </a:lvl1pPr>
          </a:lstStyle>
          <a:p>
            <a:fld id="{F288AF9F-2338-4040-A485-373B8EC8151E}" type="datetime1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68743" y="161144"/>
            <a:ext cx="416961" cy="25374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525" cap="all" baseline="0"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259481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hf sldNum="0" hdr="0" ftr="0" dt="0"/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2250" b="0" kern="1200" spc="-83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120000"/>
        </a:lnSpc>
        <a:spcBef>
          <a:spcPts val="750"/>
        </a:spcBef>
        <a:buFont typeface="Arial" panose="020B0604020202020204" pitchFamily="34" charset="0"/>
        <a:buNone/>
        <a:defRPr sz="1050" kern="1200">
          <a:solidFill>
            <a:schemeClr val="tx1"/>
          </a:solidFill>
          <a:latin typeface="+mn-lt"/>
          <a:ea typeface="+mn-ea"/>
          <a:cs typeface="+mn-cs"/>
        </a:defRPr>
      </a:lvl1pPr>
      <a:lvl2pPr marL="171450" indent="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None/>
        <a:defRPr sz="1050" kern="1200">
          <a:solidFill>
            <a:schemeClr val="tx1"/>
          </a:solidFill>
          <a:latin typeface="+mn-lt"/>
          <a:ea typeface="+mn-ea"/>
          <a:cs typeface="+mn-cs"/>
        </a:defRPr>
      </a:lvl2pPr>
      <a:lvl3pPr marL="342900" indent="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None/>
        <a:defRPr sz="1050" kern="1200">
          <a:solidFill>
            <a:schemeClr val="tx1"/>
          </a:solidFill>
          <a:latin typeface="+mn-lt"/>
          <a:ea typeface="+mn-ea"/>
          <a:cs typeface="+mn-cs"/>
        </a:defRPr>
      </a:lvl3pPr>
      <a:lvl4pPr marL="514350" indent="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None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685800" indent="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None/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64">
          <p15:clr>
            <a:srgbClr val="F26B43"/>
          </p15:clr>
        </p15:guide>
        <p15:guide id="4" orient="horz" pos="264">
          <p15:clr>
            <a:srgbClr val="F26B43"/>
          </p15:clr>
        </p15:guide>
        <p15:guide id="5" pos="7416">
          <p15:clr>
            <a:srgbClr val="F26B43"/>
          </p15:clr>
        </p15:guide>
        <p15:guide id="12" pos="4632">
          <p15:clr>
            <a:srgbClr val="F26B43"/>
          </p15:clr>
        </p15:guide>
        <p15:guide id="13" pos="5544">
          <p15:clr>
            <a:srgbClr val="F26B43"/>
          </p15:clr>
        </p15:guide>
        <p15:guide id="26" pos="2784">
          <p15:clr>
            <a:srgbClr val="F26B43"/>
          </p15:clr>
        </p15:guide>
        <p15:guide id="27" pos="3048">
          <p15:clr>
            <a:srgbClr val="F26B43"/>
          </p15:clr>
        </p15:guide>
        <p15:guide id="29" pos="3960">
          <p15:clr>
            <a:srgbClr val="F26B43"/>
          </p15:clr>
        </p15:guide>
        <p15:guide id="30" pos="1176">
          <p15:clr>
            <a:srgbClr val="F26B43"/>
          </p15:clr>
        </p15:guide>
        <p15:guide id="31" pos="912">
          <p15:clr>
            <a:srgbClr val="F26B43"/>
          </p15:clr>
        </p15:guide>
        <p15:guide id="32" pos="3696">
          <p15:clr>
            <a:srgbClr val="F26B43"/>
          </p15:clr>
        </p15:guide>
        <p15:guide id="33" pos="1848">
          <p15:clr>
            <a:srgbClr val="F26B43"/>
          </p15:clr>
        </p15:guide>
        <p15:guide id="34" pos="2112">
          <p15:clr>
            <a:srgbClr val="F26B43"/>
          </p15:clr>
        </p15:guide>
        <p15:guide id="36" pos="6528">
          <p15:clr>
            <a:srgbClr val="F26B43"/>
          </p15:clr>
        </p15:guide>
        <p15:guide id="37" pos="6744">
          <p15:clr>
            <a:srgbClr val="F26B43"/>
          </p15:clr>
        </p15:guide>
        <p15:guide id="42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770B21E-2FAA-423F-5C24-04C7ACB936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936"/>
            <a:ext cx="9144000" cy="5103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224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97B2CD-E6DB-10F3-CB63-5FDD5359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C9A42F7-E70C-90C7-BED6-EEFC089054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457200"/>
            <a:ext cx="91440" cy="7315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9A14144-41C2-035B-B646-CF20F1886F53}"/>
              </a:ext>
            </a:extLst>
          </p:cNvPr>
          <p:cNvSpPr/>
          <p:nvPr/>
        </p:nvSpPr>
        <p:spPr>
          <a:xfrm>
            <a:off x="914400" y="45720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EF96585-193D-7DE7-AD97-6E5F6288BFA0}"/>
              </a:ext>
            </a:extLst>
          </p:cNvPr>
          <p:cNvSpPr/>
          <p:nvPr/>
        </p:nvSpPr>
        <p:spPr>
          <a:xfrm>
            <a:off x="822960" y="480060"/>
            <a:ext cx="7589520" cy="9372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chemeClr val="accent4"/>
                </a:solidFill>
                <a:latin typeface="Agency FB" panose="020B0503020202020204" pitchFamily="34" charset="0"/>
              </a:rPr>
              <a:t>Stay Motivated</a:t>
            </a: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44FA83D-2A08-1A20-AEC6-61A1B0E335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1463040"/>
            <a:ext cx="768096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82FA7C3-B2AE-2042-813B-D57B6A1FDB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196596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12397FC-F9AD-65B2-9724-C79B2A553C9B}"/>
              </a:ext>
            </a:extLst>
          </p:cNvPr>
          <p:cNvSpPr/>
          <p:nvPr/>
        </p:nvSpPr>
        <p:spPr>
          <a:xfrm>
            <a:off x="1143000" y="18288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200" dirty="0">
                <a:solidFill>
                  <a:schemeClr val="bg1"/>
                </a:solidFill>
              </a:rPr>
              <a:t>Touch on Hard Work, Mindset, and the Realities of Competition</a:t>
            </a:r>
            <a:r>
              <a:rPr lang="en-IN" sz="1600" dirty="0">
                <a:solidFill>
                  <a:schemeClr val="bg1"/>
                </a:solidFill>
              </a:rPr>
              <a:t>. </a:t>
            </a:r>
            <a:endParaRPr lang="en-US" sz="1500" dirty="0">
              <a:solidFill>
                <a:schemeClr val="bg1"/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AD9B819-1314-A353-A396-7D28A762C4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56032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FAD084A-DC62-048F-A689-5CF8F5C2EDCD}"/>
              </a:ext>
            </a:extLst>
          </p:cNvPr>
          <p:cNvSpPr/>
          <p:nvPr/>
        </p:nvSpPr>
        <p:spPr>
          <a:xfrm>
            <a:off x="1143000" y="24231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200" dirty="0">
                <a:solidFill>
                  <a:schemeClr val="bg1"/>
                </a:solidFill>
              </a:rPr>
              <a:t>Victories are cool, but the experiences you rack up along the way? That's the good stuff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41E0844E-9299-7A29-69B2-253179722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15468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23665AD-5F6F-FD86-0C00-F100504AEF53}"/>
              </a:ext>
            </a:extLst>
          </p:cNvPr>
          <p:cNvSpPr/>
          <p:nvPr/>
        </p:nvSpPr>
        <p:spPr>
          <a:xfrm>
            <a:off x="1143000" y="30175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200" dirty="0">
                <a:solidFill>
                  <a:schemeClr val="bg1"/>
                </a:solidFill>
              </a:rPr>
              <a:t>Lowering your resistance to change, removing bias and being willing to adapt will help you tackle whatever comes your way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3013080-4A48-C0AA-E783-2CFA4D7E9B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74904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C4D0F54A-BD69-7C24-F5B5-EA26556935C6}"/>
              </a:ext>
            </a:extLst>
          </p:cNvPr>
          <p:cNvSpPr/>
          <p:nvPr/>
        </p:nvSpPr>
        <p:spPr>
          <a:xfrm>
            <a:off x="1143000" y="3611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200" dirty="0">
                <a:solidFill>
                  <a:schemeClr val="bg1"/>
                </a:solidFill>
              </a:rPr>
              <a:t>Preparedness for a game that usually lasts four-five hours requires good physical condition and also steady nerves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0B4F97E9-A98C-BE3E-AB3E-7B4EA8BA00F6}"/>
              </a:ext>
            </a:extLst>
          </p:cNvPr>
          <p:cNvSpPr/>
          <p:nvPr/>
        </p:nvSpPr>
        <p:spPr>
          <a:xfrm>
            <a:off x="594360" y="4206240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FF0000"/>
                </a:solidFill>
                <a:latin typeface="Blackadder ITC" panose="04020505051007020D02" pitchFamily="82" charset="0"/>
              </a:rPr>
              <a:t>-Vishwanathan Anand</a:t>
            </a:r>
          </a:p>
          <a:p>
            <a:pPr marL="0" indent="0" algn="r">
              <a:buNone/>
            </a:pPr>
            <a:r>
              <a:rPr lang="en-US" sz="1500" dirty="0">
                <a:solidFill>
                  <a:srgbClr val="00B0F0"/>
                </a:solidFill>
                <a:latin typeface="Algerian" panose="04020705040A02060702" pitchFamily="82" charset="0"/>
              </a:rPr>
              <a:t>FIDE</a:t>
            </a:r>
            <a:r>
              <a:rPr lang="en-US" sz="1500" dirty="0">
                <a:solidFill>
                  <a:srgbClr val="00B0F0"/>
                </a:solidFill>
                <a:latin typeface="Blackadder ITC" panose="04020505051007020D02" pitchFamily="82" charset="0"/>
              </a:rPr>
              <a:t> Vice President </a:t>
            </a:r>
          </a:p>
          <a:p>
            <a:pPr marL="0" indent="0" algn="r">
              <a:buNone/>
            </a:pPr>
            <a:r>
              <a:rPr lang="en-US" sz="1500" dirty="0">
                <a:solidFill>
                  <a:srgbClr val="00B0F0"/>
                </a:solidFill>
                <a:latin typeface="Blackadder ITC" panose="04020505051007020D02" pitchFamily="82" charset="0"/>
              </a:rPr>
              <a:t>First Grandmaster from India</a:t>
            </a:r>
          </a:p>
          <a:p>
            <a:pPr marL="0" indent="0" algn="r">
              <a:buNone/>
            </a:pPr>
            <a:r>
              <a:rPr lang="en-US" sz="1500" dirty="0">
                <a:solidFill>
                  <a:srgbClr val="00B0F0"/>
                </a:solidFill>
                <a:latin typeface="Blackadder ITC" panose="04020505051007020D02" pitchFamily="82" charset="0"/>
              </a:rPr>
              <a:t>Five time world champion</a:t>
            </a: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CD583B5-DF79-A2F9-C8CC-C9ACC948FE00}"/>
              </a:ext>
            </a:extLst>
          </p:cNvPr>
          <p:cNvSpPr/>
          <p:nvPr/>
        </p:nvSpPr>
        <p:spPr>
          <a:xfrm>
            <a:off x="731520" y="6309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OFFICIAL TOURNAMENT REGULATIONS  •  SLIDE 1 OF 9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763227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3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9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8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4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7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6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7DFC6C4-43F6-9E36-0F72-9F06E2AF5D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19936"/>
            <a:ext cx="9144000" cy="5103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2319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457200"/>
            <a:ext cx="91440" cy="7315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Tournament Rules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REGULATIONS &amp; GOVERNING PRINCIPLES</a:t>
            </a:r>
            <a:endParaRPr lang="en-US" sz="1100" dirty="0"/>
          </a:p>
        </p:txBody>
      </p:sp>
      <p:sp>
        <p:nvSpPr>
          <p:cNvPr id="5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1463040"/>
            <a:ext cx="768096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Shap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196596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1143000" y="18288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Laws of Chess will be followed wherever applicable.</a:t>
            </a:r>
            <a:endParaRPr lang="en-US" sz="1500" dirty="0"/>
          </a:p>
        </p:txBody>
      </p:sp>
      <p:sp>
        <p:nvSpPr>
          <p:cNvPr id="8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56032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1143000" y="24231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Touch-move rule applies strictly during all rounds.</a:t>
            </a:r>
            <a:endParaRPr lang="en-US" sz="1500" dirty="0"/>
          </a:p>
        </p:txBody>
      </p:sp>
      <p:sp>
        <p:nvSpPr>
          <p:cNvPr id="10" name="Shap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15468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" name="Text 9"/>
          <p:cNvSpPr/>
          <p:nvPr/>
        </p:nvSpPr>
        <p:spPr>
          <a:xfrm>
            <a:off x="1143000" y="30175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Illegal moves will be handled immediately by the official arbiter.</a:t>
            </a:r>
            <a:endParaRPr lang="en-US" sz="1500" dirty="0"/>
          </a:p>
        </p:txBody>
      </p:sp>
      <p:sp>
        <p:nvSpPr>
          <p:cNvPr id="12" name="Shap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74904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" name="Text 11"/>
          <p:cNvSpPr/>
          <p:nvPr/>
        </p:nvSpPr>
        <p:spPr>
          <a:xfrm>
            <a:off x="1143000" y="3611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Players must maintain absolute silence during active games.</a:t>
            </a:r>
            <a:endParaRPr lang="en-US" sz="1500" dirty="0"/>
          </a:p>
        </p:txBody>
      </p:sp>
      <p:sp>
        <p:nvSpPr>
          <p:cNvPr id="14" name="Shap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434340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5" name="Text 13"/>
          <p:cNvSpPr/>
          <p:nvPr/>
        </p:nvSpPr>
        <p:spPr>
          <a:xfrm>
            <a:off x="1143000" y="420624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Spectators are strictly prohibited from interfering or offering advice.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31520" y="6309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OFFICIAL TOURNAMENT REGULATIONS  •  SLIDE 1 OF 9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3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9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8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4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7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6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9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457200"/>
            <a:ext cx="91440" cy="7315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 Control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CLOCKS, ALLOTTED DURATIONS &amp; TIME LIMITS</a:t>
            </a:r>
            <a:endParaRPr lang="en-US" sz="1100" dirty="0"/>
          </a:p>
        </p:txBody>
      </p:sp>
      <p:sp>
        <p:nvSpPr>
          <p:cNvPr id="5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1463040"/>
            <a:ext cx="768096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Shap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196596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1143000" y="18288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control parameters will be officially announced before tournament commencement.</a:t>
            </a:r>
            <a:endParaRPr lang="en-US" sz="1500" dirty="0"/>
          </a:p>
        </p:txBody>
      </p:sp>
      <p:sp>
        <p:nvSpPr>
          <p:cNvPr id="8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56032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1143000" y="24231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digital/analog clocks are available, players must press the clock after each completed move.</a:t>
            </a:r>
            <a:endParaRPr lang="en-US" sz="1500" dirty="0"/>
          </a:p>
        </p:txBody>
      </p:sp>
      <p:sp>
        <p:nvSpPr>
          <p:cNvPr id="10" name="Shap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15468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" name="Text 9"/>
          <p:cNvSpPr/>
          <p:nvPr/>
        </p:nvSpPr>
        <p:spPr>
          <a:xfrm>
            <a:off x="1143000" y="30175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clocks are unavailable, the arbiter may impose a time limit if a game exceeds the allotted duration.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OFFICIAL TOURNAMENT REGULATIONS  •  SLIDE 2 OF 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457200"/>
            <a:ext cx="91440" cy="7315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Fair Play Policy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INTEGRITY, ETHICS &amp; ANTI-CHEATING DIRECTIVES</a:t>
            </a:r>
            <a:endParaRPr lang="en-US" sz="1100" dirty="0"/>
          </a:p>
        </p:txBody>
      </p:sp>
      <p:sp>
        <p:nvSpPr>
          <p:cNvPr id="5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1463040"/>
            <a:ext cx="768096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Shap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196596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1143000" y="18288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electronic devices allowed in the playing hall during games.</a:t>
            </a:r>
            <a:endParaRPr lang="en-US" sz="1500" dirty="0"/>
          </a:p>
        </p:txBody>
      </p:sp>
      <p:sp>
        <p:nvSpPr>
          <p:cNvPr id="8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56032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1143000" y="24231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engine or human assistance permitted from spectators, coaches, or other players.</a:t>
            </a:r>
            <a:endParaRPr lang="en-US" sz="1500" dirty="0"/>
          </a:p>
        </p:txBody>
      </p:sp>
      <p:sp>
        <p:nvSpPr>
          <p:cNvPr id="10" name="Shap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15468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" name="Text 9"/>
          <p:cNvSpPr/>
          <p:nvPr/>
        </p:nvSpPr>
        <p:spPr>
          <a:xfrm>
            <a:off x="1143000" y="30175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Unsporting behavior or disruption may result in formal warnings or immediate disqualification.</a:t>
            </a:r>
            <a:endParaRPr lang="en-US" sz="1500" dirty="0"/>
          </a:p>
        </p:txBody>
      </p:sp>
      <p:sp>
        <p:nvSpPr>
          <p:cNvPr id="12" name="Shap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74904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" name="Text 11"/>
          <p:cNvSpPr/>
          <p:nvPr/>
        </p:nvSpPr>
        <p:spPr>
          <a:xfrm>
            <a:off x="1143000" y="3611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decisions of the Chief Arbiter are final and binding.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6309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OFFICIAL TOURNAMENT REGULATIONS  •  SLIDE 3 OF 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457200"/>
            <a:ext cx="91440" cy="7315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Tournament Format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PAIRINGS, SYSTEMS &amp; STANDINGS PROGRESSION</a:t>
            </a:r>
            <a:endParaRPr lang="en-US" sz="1100" dirty="0"/>
          </a:p>
        </p:txBody>
      </p:sp>
      <p:sp>
        <p:nvSpPr>
          <p:cNvPr id="5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1463040"/>
            <a:ext cx="768096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Shap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196596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1143000" y="18288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Tournament structure will utilize the Swiss System or Round Robin (depending on total entries).</a:t>
            </a:r>
            <a:endParaRPr lang="en-US" sz="1500" dirty="0"/>
          </a:p>
        </p:txBody>
      </p:sp>
      <p:sp>
        <p:nvSpPr>
          <p:cNvPr id="8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56032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1143000" y="24231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pairings will be announced prior to the start of each round.</a:t>
            </a:r>
            <a:endParaRPr lang="en-US" sz="1500" dirty="0"/>
          </a:p>
        </p:txBody>
      </p:sp>
      <p:sp>
        <p:nvSpPr>
          <p:cNvPr id="10" name="Shap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15468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" name="Text 9"/>
          <p:cNvSpPr/>
          <p:nvPr/>
        </p:nvSpPr>
        <p:spPr>
          <a:xfrm>
            <a:off x="1143000" y="30175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Tournament winners are determined strictly by cumulative points scored.</a:t>
            </a:r>
            <a:endParaRPr lang="en-US" sz="1500" dirty="0"/>
          </a:p>
        </p:txBody>
      </p:sp>
      <p:sp>
        <p:nvSpPr>
          <p:cNvPr id="12" name="Shap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74904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" name="Text 11"/>
          <p:cNvSpPr/>
          <p:nvPr/>
        </p:nvSpPr>
        <p:spPr>
          <a:xfrm>
            <a:off x="1143000" y="3611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tiebreak systems will be calculated and applied if necessary.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6309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OFFICIAL TOURNAMENT REGULATIONS  •  SLIDE 4 OF 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457200"/>
            <a:ext cx="91440" cy="7315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Scoring System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ALLOCATION MATRIX PER GAME RESULT</a:t>
            </a:r>
            <a:endParaRPr lang="en-US" sz="1100" dirty="0"/>
          </a:p>
        </p:txBody>
      </p:sp>
      <p:sp>
        <p:nvSpPr>
          <p:cNvPr id="5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1463040"/>
            <a:ext cx="768096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48241"/>
              </p:ext>
            </p:extLst>
          </p:nvPr>
        </p:nvGraphicFramePr>
        <p:xfrm>
          <a:off x="914400" y="1920240"/>
          <a:ext cx="7315200" cy="1508760"/>
        </p:xfrm>
        <a:graphic>
          <a:graphicData uri="http://schemas.openxmlformats.org/drawingml/2006/table">
            <a:tbl>
              <a:tblPr firstRow="1"/>
              <a:tblGrid>
                <a:gridCol w="4754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D4AF37"/>
                          </a:solidFill>
                        </a:rPr>
                        <a:t>MATCH RESULT</a:t>
                      </a:r>
                      <a:endParaRPr lang="en-US" sz="13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D4AF37"/>
                          </a:solidFill>
                        </a:rPr>
                        <a:t>POINTS AWARDED</a:t>
                      </a:r>
                      <a:endParaRPr lang="en-US" sz="13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4F6"/>
                          </a:solidFill>
                        </a:rPr>
                        <a:t>Win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D4AF37"/>
                          </a:solidFill>
                        </a:rPr>
                        <a:t>1 point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4F6"/>
                          </a:solidFill>
                        </a:rPr>
                        <a:t>Draw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D4AF37"/>
                          </a:solidFill>
                        </a:rPr>
                        <a:t>0.5 points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4F6"/>
                          </a:solidFill>
                        </a:rPr>
                        <a:t>Loss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D4AF37"/>
                          </a:solidFill>
                        </a:rPr>
                        <a:t>0 points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4F6"/>
                          </a:solidFill>
                        </a:rPr>
                        <a:t>Bye (if applicable)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D4AF37"/>
                          </a:solidFill>
                        </a:rPr>
                        <a:t>1 point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6309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OFFICIAL TOURNAMENT REGULATIONS  •  SLIDE 5 OF 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457200"/>
            <a:ext cx="91440" cy="7315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Tie-break Criteria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OF TIEBREAK SYSTEMS FOR EQUAL SCORES</a:t>
            </a:r>
            <a:endParaRPr lang="en-US" sz="1100" dirty="0"/>
          </a:p>
        </p:txBody>
      </p:sp>
      <p:sp>
        <p:nvSpPr>
          <p:cNvPr id="5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1463040"/>
            <a:ext cx="768096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Shap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196596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1143000" y="18288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two or more players finish with the exact same score:</a:t>
            </a:r>
            <a:endParaRPr lang="en-US" sz="1500" dirty="0"/>
          </a:p>
        </p:txBody>
      </p:sp>
      <p:sp>
        <p:nvSpPr>
          <p:cNvPr id="8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56032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1143000" y="24231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Buchholz Score (Swiss System)</a:t>
            </a:r>
            <a:endParaRPr lang="en-US" sz="1500" dirty="0"/>
          </a:p>
        </p:txBody>
      </p:sp>
      <p:sp>
        <p:nvSpPr>
          <p:cNvPr id="10" name="Shap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15468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" name="Text 9"/>
          <p:cNvSpPr/>
          <p:nvPr/>
        </p:nvSpPr>
        <p:spPr>
          <a:xfrm>
            <a:off x="1143000" y="30175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Sonneborn-Berger Score (Round Robin)</a:t>
            </a:r>
            <a:endParaRPr lang="en-US" sz="1500" dirty="0"/>
          </a:p>
        </p:txBody>
      </p:sp>
      <p:sp>
        <p:nvSpPr>
          <p:cNvPr id="12" name="Shap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74904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" name="Text 11"/>
          <p:cNvSpPr/>
          <p:nvPr/>
        </p:nvSpPr>
        <p:spPr>
          <a:xfrm>
            <a:off x="1143000" y="3611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Direct Encounter (Head-to-head result)</a:t>
            </a:r>
            <a:endParaRPr lang="en-US" sz="1500" dirty="0"/>
          </a:p>
        </p:txBody>
      </p:sp>
      <p:sp>
        <p:nvSpPr>
          <p:cNvPr id="14" name="Shap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434340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5" name="Text 13"/>
          <p:cNvSpPr/>
          <p:nvPr/>
        </p:nvSpPr>
        <p:spPr>
          <a:xfrm>
            <a:off x="1143000" y="420624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Total Number of Wins</a:t>
            </a:r>
            <a:endParaRPr lang="en-US" sz="1500" dirty="0"/>
          </a:p>
        </p:txBody>
      </p:sp>
      <p:sp>
        <p:nvSpPr>
          <p:cNvPr id="16" name="Shap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493776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7" name="Text 15"/>
          <p:cNvSpPr/>
          <p:nvPr/>
        </p:nvSpPr>
        <p:spPr>
          <a:xfrm>
            <a:off x="1143000" y="48006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Blitz Play-off Match (if required by Arbiter)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31520" y="6309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OFFICIAL TOURNAMENT REGULATIONS  •  SLIDE 6 OF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457200"/>
            <a:ext cx="91440" cy="7315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Arbiter's Duties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RESPONSIBILITIES OF TECHNICAL OFFICIALS</a:t>
            </a:r>
            <a:endParaRPr lang="en-US" sz="1100" dirty="0"/>
          </a:p>
        </p:txBody>
      </p:sp>
      <p:sp>
        <p:nvSpPr>
          <p:cNvPr id="5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1463040"/>
            <a:ext cx="768096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Shap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196596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1143000" y="18288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and publish accurate pairings before each round.</a:t>
            </a:r>
            <a:endParaRPr lang="en-US" sz="1500" dirty="0"/>
          </a:p>
        </p:txBody>
      </p:sp>
      <p:sp>
        <p:nvSpPr>
          <p:cNvPr id="8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56032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1143000" y="24231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Officially start and signal the end of each round.</a:t>
            </a:r>
            <a:endParaRPr lang="en-US" sz="1500" dirty="0"/>
          </a:p>
        </p:txBody>
      </p:sp>
      <p:sp>
        <p:nvSpPr>
          <p:cNvPr id="10" name="Shap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15468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" name="Text 9"/>
          <p:cNvSpPr/>
          <p:nvPr/>
        </p:nvSpPr>
        <p:spPr>
          <a:xfrm>
            <a:off x="1143000" y="30175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all active game disputes, claim verifications, and illegal move penalties.</a:t>
            </a:r>
            <a:endParaRPr lang="en-US" sz="1500" dirty="0"/>
          </a:p>
        </p:txBody>
      </p:sp>
      <p:sp>
        <p:nvSpPr>
          <p:cNvPr id="12" name="Shap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74904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" name="Text 11"/>
          <p:cNvSpPr/>
          <p:nvPr/>
        </p:nvSpPr>
        <p:spPr>
          <a:xfrm>
            <a:off x="1143000" y="3611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Record, verify, and maintain official game score sheets and results.</a:t>
            </a:r>
            <a:endParaRPr lang="en-US" sz="1500" dirty="0"/>
          </a:p>
        </p:txBody>
      </p:sp>
      <p:sp>
        <p:nvSpPr>
          <p:cNvPr id="14" name="Shap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434340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5" name="Text 13"/>
          <p:cNvSpPr/>
          <p:nvPr/>
        </p:nvSpPr>
        <p:spPr>
          <a:xfrm>
            <a:off x="1143000" y="420624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fair play standards and uphold playing hall discipline.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31520" y="6309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OFFICIAL TOURNAMENT REGULATIONS  •  SLIDE 7 OF 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457200"/>
            <a:ext cx="91440" cy="7315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 of Conduct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SPORTSMANSHIP &amp; PLAYER ETIQUETTE</a:t>
            </a:r>
            <a:endParaRPr lang="en-US" sz="1100" dirty="0"/>
          </a:p>
        </p:txBody>
      </p:sp>
      <p:sp>
        <p:nvSpPr>
          <p:cNvPr id="5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1463040"/>
            <a:ext cx="768096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Shap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196596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1143000" y="18288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 opponents, arbiters, organizers, and venue personnel at all times.</a:t>
            </a:r>
            <a:endParaRPr lang="en-US" sz="1500" dirty="0"/>
          </a:p>
        </p:txBody>
      </p:sp>
      <p:sp>
        <p:nvSpPr>
          <p:cNvPr id="8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56032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1143000" y="24231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Shake hands respectfully before the start and after the conclusion of every game.</a:t>
            </a:r>
            <a:endParaRPr lang="en-US" sz="1500" dirty="0"/>
          </a:p>
        </p:txBody>
      </p:sp>
      <p:sp>
        <p:nvSpPr>
          <p:cNvPr id="10" name="Shap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15468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" name="Text 9"/>
          <p:cNvSpPr/>
          <p:nvPr/>
        </p:nvSpPr>
        <p:spPr>
          <a:xfrm>
            <a:off x="1143000" y="30175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distract, annoy, or provoke other players during active play.</a:t>
            </a:r>
            <a:endParaRPr lang="en-US" sz="1500" dirty="0"/>
          </a:p>
        </p:txBody>
      </p:sp>
      <p:sp>
        <p:nvSpPr>
          <p:cNvPr id="12" name="Shap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74904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" name="Text 11"/>
          <p:cNvSpPr/>
          <p:nvPr/>
        </p:nvSpPr>
        <p:spPr>
          <a:xfrm>
            <a:off x="1143000" y="3611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all official arbiter decisions with grace and sportsmanship.</a:t>
            </a:r>
            <a:endParaRPr lang="en-US" sz="1500" dirty="0"/>
          </a:p>
        </p:txBody>
      </p:sp>
      <p:sp>
        <p:nvSpPr>
          <p:cNvPr id="14" name="Shap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434340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5" name="Text 13"/>
          <p:cNvSpPr/>
          <p:nvPr/>
        </p:nvSpPr>
        <p:spPr>
          <a:xfrm>
            <a:off x="1143000" y="420624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with absolute honesty and true sportsmanship.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31520" y="6309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OFFICIAL TOURNAMENT REGULATIONS  •  SLIDE 8 OF 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457200"/>
            <a:ext cx="91440" cy="7315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Equipment &amp; Material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SET SPECIFICATIONS &amp; CLOCK SETUP</a:t>
            </a:r>
            <a:endParaRPr lang="en-US" sz="1100" dirty="0"/>
          </a:p>
        </p:txBody>
      </p:sp>
      <p:sp>
        <p:nvSpPr>
          <p:cNvPr id="5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1463040"/>
            <a:ext cx="768096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Shap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196596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1143000" y="18288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certified standard tournament chess clocks.</a:t>
            </a:r>
            <a:endParaRPr lang="en-US" sz="1500" dirty="0"/>
          </a:p>
        </p:txBody>
      </p:sp>
      <p:sp>
        <p:nvSpPr>
          <p:cNvPr id="8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56032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1143000" y="24231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all boards, pieces, and complete sets comply with competition standards.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6309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OFFICIAL TOURNAMENT REGULATIONS  •  SLIDE 9 OF 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0BA85-2627-D7C0-10E8-338438B93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B247EA4-E873-8DB3-C954-FE8CD470B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3606" y="0"/>
            <a:ext cx="5076788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1888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2A9A2-5E8E-37E7-E5E9-F10662C68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5EDCC0-8952-25F6-A729-927D05F07A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3606" y="0"/>
            <a:ext cx="5076788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48302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6EA3B3-545F-8A6D-D266-067BF90AF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E9C11DE-78F4-F521-BA4B-25DB763C25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732" y="430823"/>
            <a:ext cx="8882536" cy="4106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4413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361A2-058B-D9F8-EF52-F0B5CDBFE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39676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57BFA-D424-C4AD-58A8-62C94F7F5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61287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127E9-5AB0-8E24-F59F-F818E19E8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21848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34E2E-A5EC-F288-2E42-60DFA5A77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06513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ilm Burn">
  <a:themeElements>
    <a:clrScheme name="Custom 2">
      <a:dk1>
        <a:srgbClr val="09090C"/>
      </a:dk1>
      <a:lt1>
        <a:sysClr val="window" lastClr="FFFFFF"/>
      </a:lt1>
      <a:dk2>
        <a:srgbClr val="000000"/>
      </a:dk2>
      <a:lt2>
        <a:srgbClr val="F9EFEC"/>
      </a:lt2>
      <a:accent1>
        <a:srgbClr val="CB49B2"/>
      </a:accent1>
      <a:accent2>
        <a:srgbClr val="7C3191"/>
      </a:accent2>
      <a:accent3>
        <a:srgbClr val="E95D48"/>
      </a:accent3>
      <a:accent4>
        <a:srgbClr val="F08E6B"/>
      </a:accent4>
      <a:accent5>
        <a:srgbClr val="D93752"/>
      </a:accent5>
      <a:accent6>
        <a:srgbClr val="EE7345"/>
      </a:accent6>
      <a:hlink>
        <a:srgbClr val="CB49B2"/>
      </a:hlink>
      <a:folHlink>
        <a:srgbClr val="E95D48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lm burn" id="{4524321E-1019-4E52-AA1C-5D37B75CD749}" vid="{4A46179B-AA1B-40E1-9320-430DA2EBD8EF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</TotalTime>
  <Words>664</Words>
  <Application>Microsoft Office PowerPoint</Application>
  <PresentationFormat>On-screen Show (16:9)</PresentationFormat>
  <Paragraphs>91</Paragraphs>
  <Slides>34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34</vt:i4>
      </vt:variant>
    </vt:vector>
  </HeadingPairs>
  <TitlesOfParts>
    <vt:vector size="43" baseType="lpstr">
      <vt:lpstr>Agency FB</vt:lpstr>
      <vt:lpstr>Algerian</vt:lpstr>
      <vt:lpstr>Arial</vt:lpstr>
      <vt:lpstr>Blackadder ITC</vt:lpstr>
      <vt:lpstr>Calibri</vt:lpstr>
      <vt:lpstr>Georgia</vt:lpstr>
      <vt:lpstr>Neue Haas Grotesk Text Pro</vt:lpstr>
      <vt:lpstr>Office Theme</vt:lpstr>
      <vt:lpstr>Film Burn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Chess Tournament Rules</dc:title>
  <dc:subject>PptxGenJS Presentation</dc:subject>
  <dc:creator>Krishay Prakash</dc:creator>
  <cp:lastModifiedBy>Krishay Prakash</cp:lastModifiedBy>
  <cp:revision>13</cp:revision>
  <dcterms:created xsi:type="dcterms:W3CDTF">2026-07-28T12:28:14Z</dcterms:created>
  <dcterms:modified xsi:type="dcterms:W3CDTF">2026-07-31T13:10:12Z</dcterms:modified>
</cp:coreProperties>
</file>